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3" r:id="rId7"/>
    <p:sldId id="305" r:id="rId8"/>
    <p:sldId id="304" r:id="rId9"/>
    <p:sldId id="307" r:id="rId10"/>
    <p:sldId id="302" r:id="rId11"/>
    <p:sldId id="306" r:id="rId12"/>
    <p:sldId id="3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tx1"/>
                </a:solidFill>
              </a:rPr>
              <a:t>Mesin-mesin</a:t>
            </a:r>
            <a:r>
              <a:rPr lang="en-US" sz="5400" dirty="0">
                <a:solidFill>
                  <a:schemeClr val="tx1"/>
                </a:solidFill>
              </a:rPr>
              <a:t> Listrik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#3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A9048-D737-617B-0BD1-EC21E35C9D4F}"/>
              </a:ext>
            </a:extLst>
          </p:cNvPr>
          <p:cNvSpPr/>
          <p:nvPr/>
        </p:nvSpPr>
        <p:spPr>
          <a:xfrm>
            <a:off x="906950" y="4376928"/>
            <a:ext cx="5847811" cy="121726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928E1D-1FEF-5305-D68F-5CFF7C03E02A}"/>
              </a:ext>
            </a:extLst>
          </p:cNvPr>
          <p:cNvSpPr txBox="1">
            <a:spLocks/>
          </p:cNvSpPr>
          <p:nvPr/>
        </p:nvSpPr>
        <p:spPr>
          <a:xfrm>
            <a:off x="903677" y="4375952"/>
            <a:ext cx="5847810" cy="10809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Motor Listrik </a:t>
            </a:r>
            <a:r>
              <a:rPr lang="en-US" sz="3200" dirty="0" err="1">
                <a:solidFill>
                  <a:schemeClr val="tx1"/>
                </a:solidFill>
              </a:rPr>
              <a:t>Induksi</a:t>
            </a:r>
            <a:r>
              <a:rPr lang="en-US" sz="3200" dirty="0">
                <a:solidFill>
                  <a:schemeClr val="tx1"/>
                </a:solidFill>
              </a:rPr>
              <a:t> dan </a:t>
            </a:r>
            <a:r>
              <a:rPr lang="en-US" sz="3200" dirty="0" err="1">
                <a:solidFill>
                  <a:schemeClr val="tx1"/>
                </a:solidFill>
              </a:rPr>
              <a:t>Rangkaian</a:t>
            </a:r>
            <a:r>
              <a:rPr lang="en-US" sz="3200" dirty="0">
                <a:solidFill>
                  <a:schemeClr val="tx1"/>
                </a:solidFill>
              </a:rPr>
              <a:t> Star-Delta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ALUR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653826"/>
              </p:ext>
            </p:extLst>
          </p:nvPr>
        </p:nvGraphicFramePr>
        <p:xfrm>
          <a:off x="1096963" y="2216879"/>
          <a:ext cx="10058400" cy="292072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Prinsip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kerja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induksi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Karakteristik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induksi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Komponen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penting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motor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induksi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Star-Delta</a:t>
                      </a: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ABFD-8520-0811-9172-6857646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Motor </a:t>
            </a:r>
            <a:r>
              <a:rPr lang="en-US" dirty="0" err="1"/>
              <a:t>Induksi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D551-B839-1C8A-66AD-E4AFC4F3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990377"/>
          </a:xfrm>
        </p:spPr>
        <p:txBody>
          <a:bodyPr>
            <a:normAutofit/>
          </a:bodyPr>
          <a:lstStyle/>
          <a:p>
            <a:r>
              <a:rPr lang="en-US" sz="2400" dirty="0"/>
              <a:t>- </a:t>
            </a:r>
            <a:r>
              <a:rPr lang="en-US" sz="2400" dirty="0" err="1"/>
              <a:t>Prinsip</a:t>
            </a:r>
            <a:r>
              <a:rPr lang="en-US" sz="2400" dirty="0"/>
              <a:t> = </a:t>
            </a:r>
            <a:r>
              <a:rPr lang="en-ID" sz="2400" dirty="0" err="1"/>
              <a:t>mengubah</a:t>
            </a:r>
            <a:r>
              <a:rPr lang="en-ID" sz="2400" dirty="0"/>
              <a:t> </a:t>
            </a:r>
            <a:r>
              <a:rPr lang="en-ID" sz="2400" dirty="0" err="1"/>
              <a:t>energi</a:t>
            </a:r>
            <a:r>
              <a:rPr lang="en-ID" sz="2400" dirty="0"/>
              <a:t> </a:t>
            </a:r>
            <a:r>
              <a:rPr lang="en-ID" sz="2400" dirty="0" err="1"/>
              <a:t>listrik</a:t>
            </a:r>
            <a:r>
              <a:rPr lang="en-ID" sz="2400" dirty="0"/>
              <a:t> </a:t>
            </a:r>
            <a:r>
              <a:rPr lang="en-ID" sz="2400" dirty="0" err="1"/>
              <a:t>arus</a:t>
            </a:r>
            <a:r>
              <a:rPr lang="en-ID" sz="2400" dirty="0"/>
              <a:t> </a:t>
            </a:r>
            <a:r>
              <a:rPr lang="en-ID" sz="2400" dirty="0" err="1"/>
              <a:t>bolak-balik</a:t>
            </a:r>
            <a:r>
              <a:rPr lang="en-ID" sz="2400" dirty="0"/>
              <a:t> (AC)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energi</a:t>
            </a:r>
            <a:r>
              <a:rPr lang="en-ID" sz="2400" dirty="0"/>
              <a:t> </a:t>
            </a:r>
            <a:r>
              <a:rPr lang="en-ID" sz="2400" dirty="0" err="1"/>
              <a:t>mekanik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prinsip</a:t>
            </a:r>
            <a:r>
              <a:rPr lang="en-ID" sz="2400" dirty="0"/>
              <a:t> </a:t>
            </a:r>
            <a:r>
              <a:rPr lang="en-ID" sz="2400" dirty="0" err="1"/>
              <a:t>induksi</a:t>
            </a:r>
            <a:r>
              <a:rPr lang="en-ID" sz="2400" dirty="0"/>
              <a:t> </a:t>
            </a:r>
            <a:r>
              <a:rPr lang="en-ID" sz="2400" dirty="0" err="1"/>
              <a:t>elektromagnetik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1A44D9-A152-2715-C382-96ED3D13E7C9}"/>
              </a:ext>
            </a:extLst>
          </p:cNvPr>
          <p:cNvSpPr txBox="1">
            <a:spLocks/>
          </p:cNvSpPr>
          <p:nvPr/>
        </p:nvSpPr>
        <p:spPr>
          <a:xfrm>
            <a:off x="1066800" y="4088955"/>
            <a:ext cx="10058400" cy="89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Karakteristik</a:t>
            </a:r>
            <a:r>
              <a:rPr lang="en-US" dirty="0"/>
              <a:t> Motor </a:t>
            </a:r>
            <a:r>
              <a:rPr lang="en-US" dirty="0" err="1"/>
              <a:t>Induksi</a:t>
            </a:r>
            <a:endParaRPr lang="en-ID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467ED7-8E64-3C2C-B3C8-AF2B53302F35}"/>
              </a:ext>
            </a:extLst>
          </p:cNvPr>
          <p:cNvSpPr txBox="1">
            <a:spLocks/>
          </p:cNvSpPr>
          <p:nvPr/>
        </p:nvSpPr>
        <p:spPr>
          <a:xfrm>
            <a:off x="1066800" y="4979023"/>
            <a:ext cx="10058400" cy="136668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D" dirty="0"/>
              <a:t>Rotor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berputar</a:t>
            </a:r>
            <a:r>
              <a:rPr lang="en-ID" dirty="0"/>
              <a:t> </a:t>
            </a:r>
            <a:r>
              <a:rPr lang="en-ID" dirty="0" err="1"/>
              <a:t>persis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 </a:t>
            </a:r>
            <a:r>
              <a:rPr lang="en-ID" dirty="0" err="1"/>
              <a:t>putaran</a:t>
            </a:r>
            <a:r>
              <a:rPr lang="en-ID" dirty="0"/>
              <a:t> </a:t>
            </a:r>
            <a:r>
              <a:rPr lang="en-ID" dirty="0" err="1"/>
              <a:t>medan</a:t>
            </a:r>
            <a:r>
              <a:rPr lang="en-ID" dirty="0"/>
              <a:t> magnet stator.</a:t>
            </a:r>
          </a:p>
          <a:p>
            <a:pPr lvl="0"/>
            <a:r>
              <a:rPr lang="en-ID" dirty="0"/>
              <a:t>Lalu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selisih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 yang </a:t>
            </a:r>
            <a:r>
              <a:rPr lang="en-ID" dirty="0" err="1"/>
              <a:t>disebut</a:t>
            </a:r>
            <a:r>
              <a:rPr lang="en-ID" dirty="0"/>
              <a:t> slip. Slip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menyala</a:t>
            </a:r>
            <a:r>
              <a:rPr lang="en-ID" dirty="0"/>
              <a:t> (start) dan </a:t>
            </a:r>
            <a:r>
              <a:rPr lang="en-ID" dirty="0" err="1"/>
              <a:t>menjadi</a:t>
            </a:r>
            <a:r>
              <a:rPr lang="en-ID" dirty="0"/>
              <a:t> sangat </a:t>
            </a:r>
            <a:r>
              <a:rPr lang="en-ID" dirty="0" err="1"/>
              <a:t>rendah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motor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putaran</a:t>
            </a:r>
            <a:r>
              <a:rPr lang="en-ID" dirty="0"/>
              <a:t> normal (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2BA9C-BAD1-DA2F-5740-8808EB28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06" y="2603389"/>
            <a:ext cx="1790701" cy="14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3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1046-5282-7924-C2E9-8CCC5FB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Karakteristik</a:t>
            </a:r>
            <a:r>
              <a:rPr lang="en-US" dirty="0"/>
              <a:t> Motor </a:t>
            </a:r>
            <a:r>
              <a:rPr lang="en-US" dirty="0" err="1"/>
              <a:t>Induksi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394C8-91E0-AAD6-3608-0FD7FE041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78704"/>
            <a:ext cx="10058400" cy="3760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 err="1"/>
              <a:t>Arus</a:t>
            </a:r>
            <a:r>
              <a:rPr lang="en-ID" dirty="0"/>
              <a:t> Start Tinggi: Saat </a:t>
            </a:r>
            <a:r>
              <a:rPr lang="en-ID" dirty="0" err="1"/>
              <a:t>pertama</a:t>
            </a:r>
            <a:r>
              <a:rPr lang="en-ID" dirty="0"/>
              <a:t> kali </a:t>
            </a:r>
            <a:r>
              <a:rPr lang="en-ID" dirty="0" err="1"/>
              <a:t>dinyalakan</a:t>
            </a:r>
            <a:r>
              <a:rPr lang="en-ID" dirty="0"/>
              <a:t>, </a:t>
            </a:r>
            <a:r>
              <a:rPr lang="en-ID" dirty="0" err="1"/>
              <a:t>arus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yang </a:t>
            </a:r>
            <a:r>
              <a:rPr lang="en-ID" dirty="0" err="1"/>
              <a:t>ditarik</a:t>
            </a:r>
            <a:r>
              <a:rPr lang="en-ID" dirty="0"/>
              <a:t> oleh motor </a:t>
            </a:r>
            <a:r>
              <a:rPr lang="en-ID" dirty="0" err="1"/>
              <a:t>induksi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arus</a:t>
            </a:r>
            <a:r>
              <a:rPr lang="en-ID" dirty="0"/>
              <a:t> normal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beroperasi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/>
              <a:t>Torsi Start: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torsi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menggerakkan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, </a:t>
            </a:r>
            <a:r>
              <a:rPr lang="en-ID" dirty="0" err="1"/>
              <a:t>bergantung</a:t>
            </a:r>
            <a:r>
              <a:rPr lang="en-ID" dirty="0"/>
              <a:t> pada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rancangannya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fasa</a:t>
            </a:r>
            <a:r>
              <a:rPr lang="en-ID" dirty="0"/>
              <a:t> </a:t>
            </a:r>
            <a:r>
              <a:rPr lang="en-ID" dirty="0" err="1"/>
              <a:t>tunggal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fasa</a:t>
            </a:r>
            <a:r>
              <a:rPr lang="en-ID" dirty="0"/>
              <a:t>).</a:t>
            </a:r>
          </a:p>
          <a:p>
            <a:pPr marL="0" indent="0">
              <a:buNone/>
            </a:pPr>
            <a:r>
              <a:rPr lang="en-ID" dirty="0" err="1"/>
              <a:t>Konstruksi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: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 dan minim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sikat</a:t>
            </a:r>
            <a:r>
              <a:rPr lang="en-ID" dirty="0"/>
              <a:t> (brush) pada </a:t>
            </a:r>
            <a:r>
              <a:rPr lang="en-ID" dirty="0" err="1"/>
              <a:t>rotornya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 err="1"/>
              <a:t>Efisiensi</a:t>
            </a:r>
            <a:r>
              <a:rPr lang="en-ID" dirty="0"/>
              <a:t> Tinggi: Jenis motor </a:t>
            </a:r>
            <a:r>
              <a:rPr lang="en-ID" dirty="0" err="1"/>
              <a:t>induksi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fasa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dan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stabil</a:t>
            </a:r>
            <a:r>
              <a:rPr lang="en-ID" dirty="0"/>
              <a:t> dan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motor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fasa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44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55F1-E6E8-4D31-E16B-461E970F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Motor </a:t>
            </a:r>
            <a:r>
              <a:rPr lang="en-US" dirty="0" err="1"/>
              <a:t>Induksi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E5E2B-7562-168F-079C-55E47786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- Stator: </a:t>
            </a:r>
            <a:r>
              <a:rPr lang="en-US" sz="2000" dirty="0" err="1"/>
              <a:t>komponen</a:t>
            </a:r>
            <a:r>
              <a:rPr lang="en-US" sz="2000" dirty="0"/>
              <a:t> yang diam, guna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medan</a:t>
            </a:r>
            <a:r>
              <a:rPr lang="en-US" sz="2000" dirty="0"/>
              <a:t> magnet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dialiri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endParaRPr lang="en-US" sz="2000" dirty="0"/>
          </a:p>
          <a:p>
            <a:r>
              <a:rPr lang="en-US" sz="2000" dirty="0"/>
              <a:t>- Rotor: </a:t>
            </a:r>
            <a:r>
              <a:rPr lang="en-US" sz="2000" dirty="0" err="1"/>
              <a:t>komponen</a:t>
            </a:r>
            <a:r>
              <a:rPr lang="en-US" sz="2000" dirty="0"/>
              <a:t> yang </a:t>
            </a:r>
            <a:r>
              <a:rPr lang="en-US" sz="2000" dirty="0" err="1"/>
              <a:t>bergerak</a:t>
            </a:r>
            <a:r>
              <a:rPr lang="en-US" sz="2000" dirty="0"/>
              <a:t>, </a:t>
            </a:r>
            <a:r>
              <a:rPr lang="en-US" sz="2000" dirty="0" err="1"/>
              <a:t>bagian</a:t>
            </a:r>
            <a:r>
              <a:rPr lang="en-US" sz="2000" dirty="0"/>
              <a:t> yang </a:t>
            </a:r>
            <a:r>
              <a:rPr lang="en-US" sz="2000" dirty="0" err="1"/>
              <a:t>bergerak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medan</a:t>
            </a:r>
            <a:r>
              <a:rPr lang="en-US" sz="2000" dirty="0"/>
              <a:t> magnet</a:t>
            </a:r>
          </a:p>
          <a:p>
            <a:r>
              <a:rPr lang="en-US" sz="2000" dirty="0"/>
              <a:t>- Casing: </a:t>
            </a:r>
            <a:r>
              <a:rPr lang="en-US" sz="2000" dirty="0" err="1"/>
              <a:t>pelindung</a:t>
            </a:r>
            <a:r>
              <a:rPr lang="en-US" sz="2000" dirty="0"/>
              <a:t> </a:t>
            </a:r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motor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Celah</a:t>
            </a:r>
            <a:r>
              <a:rPr lang="en-US" sz="2000" dirty="0"/>
              <a:t> </a:t>
            </a:r>
            <a:r>
              <a:rPr lang="en-US" sz="2000" dirty="0" err="1"/>
              <a:t>udara</a:t>
            </a:r>
            <a:r>
              <a:rPr lang="en-US" sz="2000" dirty="0"/>
              <a:t>: </a:t>
            </a:r>
            <a:r>
              <a:rPr lang="en-US" sz="2000" dirty="0" err="1"/>
              <a:t>ruang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stator dan rotor guna </a:t>
            </a:r>
            <a:r>
              <a:rPr lang="en-US" sz="2000" dirty="0" err="1"/>
              <a:t>perpindahan</a:t>
            </a:r>
            <a:r>
              <a:rPr lang="en-US" sz="2000" dirty="0"/>
              <a:t> </a:t>
            </a:r>
            <a:r>
              <a:rPr lang="en-US" sz="2000" dirty="0" err="1"/>
              <a:t>induksi</a:t>
            </a:r>
            <a:r>
              <a:rPr lang="en-US" sz="2000" dirty="0"/>
              <a:t> </a:t>
            </a:r>
            <a:r>
              <a:rPr lang="en-US" sz="2000" dirty="0" err="1"/>
              <a:t>elektromagnetik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en-US" sz="2000" dirty="0" err="1"/>
              <a:t>Bantalan</a:t>
            </a:r>
            <a:r>
              <a:rPr lang="en-US" sz="2000" dirty="0"/>
              <a:t> (Bearing), Poros (Shaft): </a:t>
            </a:r>
            <a:r>
              <a:rPr lang="en-US" sz="2000" dirty="0" err="1"/>
              <a:t>menjaga</a:t>
            </a:r>
            <a:r>
              <a:rPr lang="en-US" sz="2000" dirty="0"/>
              <a:t> </a:t>
            </a:r>
            <a:r>
              <a:rPr lang="en-US" sz="2000" dirty="0" err="1"/>
              <a:t>perputaran</a:t>
            </a:r>
            <a:r>
              <a:rPr lang="en-US" sz="2000" dirty="0"/>
              <a:t> rotor </a:t>
            </a:r>
            <a:r>
              <a:rPr lang="en-US" sz="2000" dirty="0" err="1"/>
              <a:t>stabil</a:t>
            </a:r>
            <a:r>
              <a:rPr lang="en-US" sz="2000" dirty="0"/>
              <a:t> pada </a:t>
            </a:r>
            <a:r>
              <a:rPr lang="en-US" sz="2000" dirty="0" err="1"/>
              <a:t>porosnya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en-US" sz="2000" dirty="0" err="1"/>
              <a:t>Kipas</a:t>
            </a:r>
            <a:r>
              <a:rPr lang="en-US" sz="2000" dirty="0"/>
              <a:t> </a:t>
            </a:r>
            <a:r>
              <a:rPr lang="en-US" sz="2000" dirty="0" err="1"/>
              <a:t>pendingin</a:t>
            </a:r>
            <a:r>
              <a:rPr lang="en-US" sz="2000" dirty="0"/>
              <a:t> (Cooling Fan):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pendingin</a:t>
            </a:r>
            <a:endParaRPr lang="en-US" sz="2000" dirty="0"/>
          </a:p>
          <a:p>
            <a:r>
              <a:rPr lang="en-US" sz="2000" dirty="0"/>
              <a:t>- Terminal box: 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menyambungkan</a:t>
            </a:r>
            <a:r>
              <a:rPr lang="en-US" sz="2000" dirty="0"/>
              <a:t> </a:t>
            </a:r>
            <a:r>
              <a:rPr lang="en-US" sz="2000" dirty="0" err="1"/>
              <a:t>kabel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kumparan</a:t>
            </a:r>
            <a:r>
              <a:rPr lang="en-US" sz="2000" dirty="0"/>
              <a:t> motor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36362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6922-BC78-1C9F-2AA1-FAFE0364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E10E-308A-F685-587D-C9A8D1FA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Motor </a:t>
            </a:r>
            <a:r>
              <a:rPr lang="en-US" dirty="0" err="1"/>
              <a:t>Induksi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68A85F-9FCE-E6F1-FF04-C9CCB96E1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562" y="1954545"/>
            <a:ext cx="9896875" cy="408246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0FF36A-9969-E086-4C7B-2802352AF36C}"/>
              </a:ext>
            </a:extLst>
          </p:cNvPr>
          <p:cNvSpPr txBox="1">
            <a:spLocks/>
          </p:cNvSpPr>
          <p:nvPr/>
        </p:nvSpPr>
        <p:spPr>
          <a:xfrm>
            <a:off x="5386670" y="5808898"/>
            <a:ext cx="1418657" cy="2281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00" dirty="0"/>
              <a:t>Source: </a:t>
            </a:r>
            <a:r>
              <a:rPr lang="en-US" sz="1000" dirty="0" err="1"/>
              <a:t>fikipedia</a:t>
            </a:r>
            <a:endParaRPr lang="en-ID" sz="1000" dirty="0"/>
          </a:p>
        </p:txBody>
      </p:sp>
    </p:spTree>
    <p:extLst>
      <p:ext uri="{BB962C8B-B14F-4D97-AF65-F5344CB8AC3E}">
        <p14:creationId xmlns:p14="http://schemas.microsoft.com/office/powerpoint/2010/main" val="135213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7E2-02D9-CFC3-B34F-0218044F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998720" cy="1450757"/>
          </a:xfrm>
        </p:spPr>
        <p:txBody>
          <a:bodyPr/>
          <a:lstStyle/>
          <a:p>
            <a:r>
              <a:rPr lang="en-US" dirty="0"/>
              <a:t>Star Delta</a:t>
            </a:r>
            <a:endParaRPr lang="en-ID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2B03EB-462D-E94A-F5B8-5113F92564C8}"/>
              </a:ext>
            </a:extLst>
          </p:cNvPr>
          <p:cNvSpPr txBox="1">
            <a:spLocks/>
          </p:cNvSpPr>
          <p:nvPr/>
        </p:nvSpPr>
        <p:spPr>
          <a:xfrm>
            <a:off x="1097280" y="2051200"/>
            <a:ext cx="5893455" cy="39366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Kenapa</a:t>
            </a:r>
            <a:r>
              <a:rPr lang="en-US" sz="2000" dirty="0"/>
              <a:t>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Star-Delta </a:t>
            </a:r>
            <a:r>
              <a:rPr lang="en-US" sz="2000" dirty="0" err="1"/>
              <a:t>dibandingkan</a:t>
            </a:r>
            <a:r>
              <a:rPr lang="en-US" sz="2000" dirty="0"/>
              <a:t> DOL starter?</a:t>
            </a:r>
          </a:p>
          <a:p>
            <a:r>
              <a:rPr lang="en-US" sz="2000" dirty="0"/>
              <a:t>1. </a:t>
            </a:r>
            <a:r>
              <a:rPr lang="en-US" sz="2000" dirty="0" err="1"/>
              <a:t>Mengurangi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Start (Inrush Current)</a:t>
            </a:r>
          </a:p>
          <a:p>
            <a:r>
              <a:rPr lang="en-US" sz="2000" dirty="0"/>
              <a:t>2. </a:t>
            </a:r>
            <a:r>
              <a:rPr lang="en-US" sz="2000" dirty="0" err="1"/>
              <a:t>Mencegah</a:t>
            </a:r>
            <a:r>
              <a:rPr lang="en-US" sz="2000" dirty="0"/>
              <a:t> </a:t>
            </a:r>
            <a:r>
              <a:rPr lang="en-US" sz="2000" dirty="0" err="1"/>
              <a:t>Penurunan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(Voltage Drop)</a:t>
            </a:r>
          </a:p>
          <a:p>
            <a:r>
              <a:rPr lang="en-US" sz="2000" dirty="0"/>
              <a:t>3. </a:t>
            </a:r>
            <a:r>
              <a:rPr lang="nb-NO" sz="2000" dirty="0"/>
              <a:t>Melindungi Komponen dan Memperpanjang Usia Motor</a:t>
            </a:r>
          </a:p>
          <a:p>
            <a:r>
              <a:rPr lang="en-US" sz="2000" dirty="0"/>
              <a:t>4. </a:t>
            </a:r>
            <a:r>
              <a:rPr lang="en-US" sz="2000" dirty="0" err="1"/>
              <a:t>Peruntukan</a:t>
            </a:r>
            <a:r>
              <a:rPr lang="en-US" sz="2000" dirty="0"/>
              <a:t> </a:t>
            </a:r>
            <a:r>
              <a:rPr lang="en-US" sz="2000" dirty="0" err="1"/>
              <a:t>Kapasitas</a:t>
            </a:r>
            <a:r>
              <a:rPr lang="en-US" sz="2000" dirty="0"/>
              <a:t> Beban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BF5EB9-4B92-322E-B896-91B08738DD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37519" y="916728"/>
            <a:ext cx="4448814" cy="50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8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EBE7-04BA-88B0-E6AB-8F51B702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2400" dirty="0"/>
              <a:t>SIMULASI</a:t>
            </a:r>
            <a:endParaRPr lang="en-ID" sz="12400" dirty="0"/>
          </a:p>
        </p:txBody>
      </p:sp>
    </p:spTree>
    <p:extLst>
      <p:ext uri="{BB962C8B-B14F-4D97-AF65-F5344CB8AC3E}">
        <p14:creationId xmlns:p14="http://schemas.microsoft.com/office/powerpoint/2010/main" val="277920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820-F0FB-726B-F37F-4BFE581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Terima</a:t>
            </a:r>
            <a:r>
              <a:rPr lang="en-US" sz="6600" dirty="0"/>
              <a:t> Kasih</a:t>
            </a:r>
            <a:endParaRPr lang="en-ID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F611-EEEA-A212-D645-72722805A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-- baren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73254-B8F8-FFDA-A9A8-61143062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3" r="18742"/>
          <a:stretch>
            <a:fillRect/>
          </a:stretch>
        </p:blipFill>
        <p:spPr>
          <a:xfrm>
            <a:off x="4581833" y="0"/>
            <a:ext cx="761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{62D6A329-10FF-418F-A0F0-0FB139FD6B21}TFb63a7776-4452-49b2-8055-21efce632b726e3c8758_win32-7d1db0309ca7</Template>
  <TotalTime>838</TotalTime>
  <Words>335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Bookman Old Style</vt:lpstr>
      <vt:lpstr>Calibri</vt:lpstr>
      <vt:lpstr>Franklin Gothic Book</vt:lpstr>
      <vt:lpstr>Custom</vt:lpstr>
      <vt:lpstr>Mesin-mesin Listrik</vt:lpstr>
      <vt:lpstr>ALUR</vt:lpstr>
      <vt:lpstr>Prinsip Kerja Motor Induksi</vt:lpstr>
      <vt:lpstr>Karakteristik Motor Induksi</vt:lpstr>
      <vt:lpstr>Komponen dalam Motor Induksi</vt:lpstr>
      <vt:lpstr>Komponen dalam Motor Induksi</vt:lpstr>
      <vt:lpstr>Star Delta</vt:lpstr>
      <vt:lpstr>SIMULASI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x92</dc:creator>
  <cp:lastModifiedBy>Barendra Wisnu Ihsan Kumala</cp:lastModifiedBy>
  <cp:revision>28</cp:revision>
  <dcterms:created xsi:type="dcterms:W3CDTF">2026-08-22T12:26:52Z</dcterms:created>
  <dcterms:modified xsi:type="dcterms:W3CDTF">2026-09-10T10:10:12Z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