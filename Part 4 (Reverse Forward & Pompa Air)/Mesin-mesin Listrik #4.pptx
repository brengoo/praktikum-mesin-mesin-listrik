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0" r:id="rId6"/>
    <p:sldId id="303" r:id="rId7"/>
    <p:sldId id="305" r:id="rId8"/>
    <p:sldId id="307" r:id="rId9"/>
    <p:sldId id="302" r:id="rId10"/>
    <p:sldId id="306" r:id="rId11"/>
    <p:sldId id="30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5400" dirty="0" err="1">
                <a:solidFill>
                  <a:schemeClr val="tx1"/>
                </a:solidFill>
              </a:rPr>
              <a:t>Mesin-mesin</a:t>
            </a:r>
            <a:r>
              <a:rPr lang="en-US" sz="5400" dirty="0">
                <a:solidFill>
                  <a:schemeClr val="tx1"/>
                </a:solidFill>
              </a:rPr>
              <a:t> Listrik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#4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7A9048-D737-617B-0BD1-EC21E35C9D4F}"/>
              </a:ext>
            </a:extLst>
          </p:cNvPr>
          <p:cNvSpPr/>
          <p:nvPr/>
        </p:nvSpPr>
        <p:spPr>
          <a:xfrm>
            <a:off x="906950" y="4376928"/>
            <a:ext cx="5847811" cy="121726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2928E1D-1FEF-5305-D68F-5CFF7C03E02A}"/>
              </a:ext>
            </a:extLst>
          </p:cNvPr>
          <p:cNvSpPr txBox="1">
            <a:spLocks/>
          </p:cNvSpPr>
          <p:nvPr/>
        </p:nvSpPr>
        <p:spPr>
          <a:xfrm>
            <a:off x="903677" y="4375952"/>
            <a:ext cx="5847810" cy="10809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Reverse Forward &amp; </a:t>
            </a:r>
            <a:br>
              <a:rPr lang="en-US" sz="3200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Pompa Air</a:t>
            </a:r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ALUR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266CDD0-3E96-40BD-8324-62D1DD8615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1722469"/>
              </p:ext>
            </p:extLst>
          </p:nvPr>
        </p:nvGraphicFramePr>
        <p:xfrm>
          <a:off x="1096963" y="2216879"/>
          <a:ext cx="10058400" cy="3408404"/>
        </p:xfrm>
        <a:graphic>
          <a:graphicData uri="http://schemas.openxmlformats.org/drawingml/2006/table">
            <a:tbl>
              <a:tblPr firstRow="1" bandRow="1">
                <a:noFill/>
                <a:tableStyleId>{3B4B98B0-60AC-42C2-AFA5-B58CD77FA1E5}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981917977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945233394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57226316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765783061"/>
                    </a:ext>
                  </a:extLst>
                </a:gridCol>
              </a:tblGrid>
              <a:tr h="613018">
                <a:tc>
                  <a:txBody>
                    <a:bodyPr/>
                    <a:lstStyle/>
                    <a:p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1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2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3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4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512675"/>
                  </a:ext>
                </a:extLst>
              </a:tr>
              <a:tr h="978778">
                <a:tc>
                  <a:txBody>
                    <a:bodyPr/>
                    <a:lstStyle/>
                    <a:p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Fungsi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rangkaian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reverse-forward</a:t>
                      </a: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Rangkaian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daya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&amp; 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kontrol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reverse-forward</a:t>
                      </a: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sistem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kontrol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pompa</a:t>
                      </a:r>
                      <a:r>
                        <a:rPr lang="en-US" sz="3200" cap="none" spc="0" dirty="0">
                          <a:solidFill>
                            <a:schemeClr val="tx1"/>
                          </a:solidFill>
                        </a:rPr>
                        <a:t> air </a:t>
                      </a: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otomatis</a:t>
                      </a:r>
                      <a:endParaRPr lang="en-US" sz="3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cap="none" spc="0" dirty="0" err="1">
                          <a:solidFill>
                            <a:schemeClr val="tx1"/>
                          </a:solidFill>
                        </a:rPr>
                        <a:t>Simulasi</a:t>
                      </a:r>
                      <a:endParaRPr lang="en-US" sz="3200" cap="none" spc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3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369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7ABFD-8520-0811-9172-685764675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Reverse-Forward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6D551-B839-1C8A-66AD-E4AFC4F3C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990377"/>
          </a:xfrm>
        </p:spPr>
        <p:txBody>
          <a:bodyPr>
            <a:normAutofit/>
          </a:bodyPr>
          <a:lstStyle/>
          <a:p>
            <a:r>
              <a:rPr lang="en-US" sz="2400" dirty="0"/>
              <a:t>- </a:t>
            </a:r>
            <a:r>
              <a:rPr lang="en-US" sz="2400" dirty="0" err="1"/>
              <a:t>Fungsi</a:t>
            </a:r>
            <a:r>
              <a:rPr lang="en-US" sz="2400" dirty="0"/>
              <a:t> =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menentukan</a:t>
            </a:r>
            <a:r>
              <a:rPr lang="en-US" sz="2400" dirty="0"/>
              <a:t> </a:t>
            </a:r>
            <a:r>
              <a:rPr lang="en-US" sz="2400" dirty="0" err="1"/>
              <a:t>arah</a:t>
            </a:r>
            <a:r>
              <a:rPr lang="en-US" sz="2400" dirty="0"/>
              <a:t> </a:t>
            </a:r>
            <a:r>
              <a:rPr lang="en-US" sz="2400" dirty="0" err="1"/>
              <a:t>gerakan</a:t>
            </a:r>
            <a:r>
              <a:rPr lang="en-US" sz="2400" dirty="0"/>
              <a:t> motor, </a:t>
            </a:r>
            <a:r>
              <a:rPr lang="en-US" sz="2400" dirty="0" err="1"/>
              <a:t>seperti</a:t>
            </a:r>
            <a:r>
              <a:rPr lang="en-US" sz="2400" dirty="0"/>
              <a:t> </a:t>
            </a:r>
            <a:r>
              <a:rPr lang="en-US" sz="2400" dirty="0" err="1"/>
              <a:t>searah</a:t>
            </a:r>
            <a:r>
              <a:rPr lang="en-US" sz="2400" dirty="0"/>
              <a:t> </a:t>
            </a:r>
            <a:r>
              <a:rPr lang="en-US" sz="2400" dirty="0" err="1"/>
              <a:t>jarum</a:t>
            </a:r>
            <a:r>
              <a:rPr lang="en-US" sz="2400" dirty="0"/>
              <a:t> jam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berlawanan</a:t>
            </a:r>
            <a:r>
              <a:rPr lang="en-US" sz="2400" dirty="0"/>
              <a:t> </a:t>
            </a:r>
            <a:r>
              <a:rPr lang="en-US" sz="2400" dirty="0" err="1"/>
              <a:t>arah</a:t>
            </a:r>
            <a:r>
              <a:rPr lang="en-US" sz="2400" dirty="0"/>
              <a:t> </a:t>
            </a:r>
            <a:r>
              <a:rPr lang="en-US" sz="2400" dirty="0" err="1"/>
              <a:t>jarum</a:t>
            </a:r>
            <a:r>
              <a:rPr lang="en-US" sz="2400" dirty="0"/>
              <a:t> jam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E2BA9C-BAD1-DA2F-5740-8808EB289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516" y="2803610"/>
            <a:ext cx="3683164" cy="306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339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1046-5282-7924-C2E9-8CCC5FB6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Rangkaian</a:t>
            </a:r>
            <a:r>
              <a:rPr lang="en-US" dirty="0"/>
              <a:t> Daya &amp; </a:t>
            </a:r>
            <a:r>
              <a:rPr lang="en-US" dirty="0" err="1"/>
              <a:t>Kontrol</a:t>
            </a:r>
            <a:r>
              <a:rPr lang="en-US" dirty="0"/>
              <a:t> Reverse-Forward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B3E212-22E0-677A-F6D6-4AA56A3323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6000" y="2087871"/>
            <a:ext cx="7560000" cy="400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440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8DF5E-908F-8AB7-93BC-284BCA58E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B64F5-7480-653D-F0D0-F7A375657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2400" dirty="0"/>
              <a:t>SIMULASI</a:t>
            </a:r>
            <a:endParaRPr lang="en-ID" sz="12400" dirty="0"/>
          </a:p>
        </p:txBody>
      </p:sp>
    </p:spTree>
    <p:extLst>
      <p:ext uri="{BB962C8B-B14F-4D97-AF65-F5344CB8AC3E}">
        <p14:creationId xmlns:p14="http://schemas.microsoft.com/office/powerpoint/2010/main" val="1540965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F37E2-02D9-CFC3-B34F-0218044FF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489053" cy="1450757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Pompa Air </a:t>
            </a:r>
            <a:r>
              <a:rPr lang="en-US" dirty="0" err="1"/>
              <a:t>Otomatis</a:t>
            </a:r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DD3946-A165-5F3D-F249-1BD7A1F93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986" y="1902244"/>
            <a:ext cx="3123125" cy="3916300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750ED2D-2D48-5096-EB54-C8F454D6C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56264" y="2320176"/>
            <a:ext cx="4639736" cy="2910821"/>
          </a:xfrm>
        </p:spPr>
        <p:txBody>
          <a:bodyPr/>
          <a:lstStyle/>
          <a:p>
            <a:r>
              <a:rPr lang="en-US" dirty="0"/>
              <a:t>- </a:t>
            </a:r>
            <a:r>
              <a:rPr lang="en-US" dirty="0" err="1"/>
              <a:t>Hampir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sebelumnya</a:t>
            </a:r>
            <a:r>
              <a:rPr lang="en-US" dirty="0"/>
              <a:t> </a:t>
            </a:r>
            <a:r>
              <a:rPr lang="en-US" dirty="0" err="1"/>
              <a:t>tapi</a:t>
            </a:r>
            <a:r>
              <a:rPr lang="en-US" dirty="0"/>
              <a:t> </a:t>
            </a:r>
            <a:r>
              <a:rPr lang="en-US" dirty="0" err="1"/>
              <a:t>ditambah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disamping</a:t>
            </a:r>
            <a:r>
              <a:rPr lang="en-US" dirty="0"/>
              <a:t> pada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kontrol</a:t>
            </a:r>
            <a:endParaRPr lang="en-ID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D37582-6C45-A224-5A3F-F150CABC0EE4}"/>
              </a:ext>
            </a:extLst>
          </p:cNvPr>
          <p:cNvSpPr/>
          <p:nvPr/>
        </p:nvSpPr>
        <p:spPr>
          <a:xfrm>
            <a:off x="7102148" y="3775587"/>
            <a:ext cx="914400" cy="64892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79482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BEBE7-04BA-88B0-E6AB-8F51B702E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2400" dirty="0"/>
              <a:t>SIMULASI</a:t>
            </a:r>
            <a:endParaRPr lang="en-ID" sz="12400" dirty="0"/>
          </a:p>
        </p:txBody>
      </p:sp>
    </p:spTree>
    <p:extLst>
      <p:ext uri="{BB962C8B-B14F-4D97-AF65-F5344CB8AC3E}">
        <p14:creationId xmlns:p14="http://schemas.microsoft.com/office/powerpoint/2010/main" val="2779208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5E820-F0FB-726B-F37F-4BFE58175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 err="1"/>
              <a:t>Terima</a:t>
            </a:r>
            <a:r>
              <a:rPr lang="en-US" sz="6600" dirty="0"/>
              <a:t> Kasih</a:t>
            </a:r>
            <a:endParaRPr lang="en-ID" sz="6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01F611-EEEA-A212-D645-72722805A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-- baren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873254-B8F8-FFDA-A9A8-611430623C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43" r="18742"/>
          <a:stretch>
            <a:fillRect/>
          </a:stretch>
        </p:blipFill>
        <p:spPr>
          <a:xfrm>
            <a:off x="4581833" y="0"/>
            <a:ext cx="76101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11296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{62D6A329-10FF-418F-A0F0-0FB139FD6B21}TFb63a7776-4452-49b2-8055-21efce632b726e3c8758_win32-7d1db0309ca7</Template>
  <TotalTime>893</TotalTime>
  <Words>80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Bookman Old Style</vt:lpstr>
      <vt:lpstr>Calibri</vt:lpstr>
      <vt:lpstr>Franklin Gothic Book</vt:lpstr>
      <vt:lpstr>Custom</vt:lpstr>
      <vt:lpstr>Mesin-mesin Listrik</vt:lpstr>
      <vt:lpstr>ALUR</vt:lpstr>
      <vt:lpstr>Fungsi Rangkaian Reverse-Forward</vt:lpstr>
      <vt:lpstr>Rangkaian Daya &amp; Kontrol Reverse-Forward</vt:lpstr>
      <vt:lpstr>SIMULASI</vt:lpstr>
      <vt:lpstr>Sistem Kontrol Pompa Air Otomatis</vt:lpstr>
      <vt:lpstr>SIMULASI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x92</dc:creator>
  <cp:lastModifiedBy>Barendra Wisnu Ihsan Kumala</cp:lastModifiedBy>
  <cp:revision>38</cp:revision>
  <dcterms:created xsi:type="dcterms:W3CDTF">2026-08-22T12:26:52Z</dcterms:created>
  <dcterms:modified xsi:type="dcterms:W3CDTF">2026-09-19T02:42:19Z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