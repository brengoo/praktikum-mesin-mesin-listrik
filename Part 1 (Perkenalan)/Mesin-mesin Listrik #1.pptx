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00" r:id="rId6"/>
    <p:sldId id="302" r:id="rId7"/>
    <p:sldId id="30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diegomariano.com/introducao-ao-node-js/" TargetMode="External"/><Relationship Id="rId7" Type="http://schemas.openxmlformats.org/officeDocument/2006/relationships/hyperlink" Target="https://creativecommons.org/licenses/by-nc-sa/3.0/" TargetMode="External"/><Relationship Id="rId12" Type="http://schemas.openxmlformats.org/officeDocument/2006/relationships/hyperlink" Target="https://creativecommons.org/licenses/by/3.0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creativecommons.org/licenses/by-nc/3.0/" TargetMode="External"/><Relationship Id="rId11" Type="http://schemas.openxmlformats.org/officeDocument/2006/relationships/hyperlink" Target="https://ing-electric.blogspot.com/2018/05/descarga-cade-simu-en-un-link-mega.html" TargetMode="External"/><Relationship Id="rId5" Type="http://schemas.openxmlformats.org/officeDocument/2006/relationships/hyperlink" Target="https://randlow.github.io/posts/index-9.html" TargetMode="External"/><Relationship Id="rId10" Type="http://schemas.openxmlformats.org/officeDocument/2006/relationships/image" Target="../media/image5.jpg"/><Relationship Id="rId4" Type="http://schemas.openxmlformats.org/officeDocument/2006/relationships/image" Target="../media/image3.jpg"/><Relationship Id="rId9" Type="http://schemas.openxmlformats.org/officeDocument/2006/relationships/hyperlink" Target="https://www.ks7000.net.ve/category/internet/python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n-US" sz="5400" dirty="0" err="1">
                <a:solidFill>
                  <a:schemeClr val="tx1"/>
                </a:solidFill>
              </a:rPr>
              <a:t>Mesin-mesin</a:t>
            </a:r>
            <a:r>
              <a:rPr lang="en-US" sz="5400" dirty="0">
                <a:solidFill>
                  <a:schemeClr val="tx1"/>
                </a:solidFill>
              </a:rPr>
              <a:t> Listrik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#1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ALUR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266CDD0-3E96-40BD-8324-62D1DD8615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4909723"/>
              </p:ext>
            </p:extLst>
          </p:nvPr>
        </p:nvGraphicFramePr>
        <p:xfrm>
          <a:off x="1096963" y="2216879"/>
          <a:ext cx="10058400" cy="1945364"/>
        </p:xfrm>
        <a:graphic>
          <a:graphicData uri="http://schemas.openxmlformats.org/drawingml/2006/table">
            <a:tbl>
              <a:tblPr firstRow="1" bandRow="1">
                <a:noFill/>
                <a:tableStyleId>{3B4B98B0-60AC-42C2-AFA5-B58CD77FA1E5}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981917977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945233394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572263168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765783061"/>
                    </a:ext>
                  </a:extLst>
                </a:gridCol>
              </a:tblGrid>
              <a:tr h="613018">
                <a:tc>
                  <a:txBody>
                    <a:bodyPr/>
                    <a:lstStyle/>
                    <a:p>
                      <a:r>
                        <a:rPr lang="en-US" sz="2400" b="0" cap="all" spc="150" dirty="0">
                          <a:solidFill>
                            <a:schemeClr val="lt1"/>
                          </a:solidFill>
                        </a:rPr>
                        <a:t>1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cap="all" spc="150" dirty="0">
                          <a:solidFill>
                            <a:schemeClr val="lt1"/>
                          </a:solidFill>
                        </a:rPr>
                        <a:t>2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cap="all" spc="150" dirty="0">
                          <a:solidFill>
                            <a:schemeClr val="lt1"/>
                          </a:solidFill>
                        </a:rPr>
                        <a:t>3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cap="all" spc="150" dirty="0">
                          <a:solidFill>
                            <a:schemeClr val="lt1"/>
                          </a:solidFill>
                        </a:rPr>
                        <a:t>4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512675"/>
                  </a:ext>
                </a:extLst>
              </a:tr>
              <a:tr h="978778">
                <a:tc>
                  <a:txBody>
                    <a:bodyPr/>
                    <a:lstStyle/>
                    <a:p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Trafo</a:t>
                      </a:r>
                      <a:endParaRPr lang="en-US" sz="3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Motor DC</a:t>
                      </a:r>
                    </a:p>
                    <a:p>
                      <a:endParaRPr lang="en-US" sz="3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Motor AC</a:t>
                      </a:r>
                    </a:p>
                    <a:p>
                      <a:endParaRPr lang="en-US" sz="3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Motor BLDC</a:t>
                      </a:r>
                    </a:p>
                    <a:p>
                      <a:endParaRPr lang="en-US" sz="3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369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F37E2-02D9-CFC3-B34F-0218044FF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Perbedaan</a:t>
            </a:r>
            <a:r>
              <a:rPr lang="en-US" dirty="0"/>
              <a:t> Simulator, Python/</a:t>
            </a:r>
            <a:r>
              <a:rPr lang="en-US" dirty="0" err="1"/>
              <a:t>Colab</a:t>
            </a:r>
            <a:r>
              <a:rPr lang="en-US" dirty="0"/>
              <a:t>, dan Node.js</a:t>
            </a:r>
            <a:endParaRPr lang="en-ID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296B144-C082-E49B-6119-087A155BB86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227852" y="2565634"/>
            <a:ext cx="3814410" cy="2330417"/>
          </a:xfr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66922C0-3954-97B5-73E1-CBDAC56C460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145438" y="3429000"/>
            <a:ext cx="2438400" cy="2438400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74D118-39B2-DFD2-517D-AE9CAE99F35A}"/>
              </a:ext>
            </a:extLst>
          </p:cNvPr>
          <p:cNvSpPr txBox="1"/>
          <p:nvPr/>
        </p:nvSpPr>
        <p:spPr>
          <a:xfrm>
            <a:off x="8227852" y="4951682"/>
            <a:ext cx="381441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900">
                <a:hlinkClick r:id="rId3" tooltip="https://diegomariano.com/introducao-ao-node-js/"/>
              </a:rPr>
              <a:t>This Photo</a:t>
            </a:r>
            <a:r>
              <a:rPr lang="en-ID" sz="900"/>
              <a:t> by Unknown Author is licensed under </a:t>
            </a:r>
            <a:r>
              <a:rPr lang="en-ID" sz="900">
                <a:hlinkClick r:id="rId6" tooltip="https://creativecommons.org/licenses/by-nc/3.0/"/>
              </a:rPr>
              <a:t>CC BY-NC</a:t>
            </a:r>
            <a:endParaRPr lang="en-ID" sz="9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D43EEA-D354-A90A-16FB-424B4C3814CA}"/>
              </a:ext>
            </a:extLst>
          </p:cNvPr>
          <p:cNvSpPr txBox="1"/>
          <p:nvPr/>
        </p:nvSpPr>
        <p:spPr>
          <a:xfrm>
            <a:off x="5145438" y="58674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900">
                <a:hlinkClick r:id="rId5" tooltip="https://randlow.github.io/posts/index-9.html"/>
              </a:rPr>
              <a:t>This Photo</a:t>
            </a:r>
            <a:r>
              <a:rPr lang="en-ID" sz="900"/>
              <a:t> by Unknown Author is licensed under </a:t>
            </a:r>
            <a:r>
              <a:rPr lang="en-ID" sz="900">
                <a:hlinkClick r:id="rId7" tooltip="https://creativecommons.org/licenses/by-nc-sa/3.0/"/>
              </a:rPr>
              <a:t>CC BY-SA-NC</a:t>
            </a:r>
            <a:endParaRPr lang="en-ID" sz="9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54622A8-DF65-850F-DA0D-55E0D7DF3A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4211382" y="2112968"/>
            <a:ext cx="3896233" cy="131603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2314FAE-3748-CCDA-A3F8-8F781BBA1731}"/>
              </a:ext>
            </a:extLst>
          </p:cNvPr>
          <p:cNvSpPr txBox="1"/>
          <p:nvPr/>
        </p:nvSpPr>
        <p:spPr>
          <a:xfrm>
            <a:off x="4293206" y="3543440"/>
            <a:ext cx="3814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900" dirty="0">
                <a:hlinkClick r:id="rId9" tooltip="https://www.ks7000.net.ve/category/internet/python/"/>
              </a:rPr>
              <a:t>This Photo</a:t>
            </a:r>
            <a:r>
              <a:rPr lang="en-ID" sz="900" dirty="0"/>
              <a:t> by Unknown Author is licensed under </a:t>
            </a:r>
            <a:r>
              <a:rPr lang="en-ID" sz="900" dirty="0">
                <a:hlinkClick r:id="rId7" tooltip="https://creativecommons.org/licenses/by-nc-sa/3.0/"/>
              </a:rPr>
              <a:t>CC BY-SA-NC</a:t>
            </a:r>
            <a:endParaRPr lang="en-ID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C2A91AA-5B32-92ED-3853-F7220819BA9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315148" y="2847386"/>
            <a:ext cx="3896234" cy="204866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E0A073D-E95D-3DAF-8ED6-F1E776B35484}"/>
              </a:ext>
            </a:extLst>
          </p:cNvPr>
          <p:cNvSpPr txBox="1"/>
          <p:nvPr/>
        </p:nvSpPr>
        <p:spPr>
          <a:xfrm>
            <a:off x="315148" y="5011468"/>
            <a:ext cx="38962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900">
                <a:hlinkClick r:id="rId11" tooltip="https://ing-electric.blogspot.com/2018/05/descarga-cade-simu-en-un-link-mega.html"/>
              </a:rPr>
              <a:t>This Photo</a:t>
            </a:r>
            <a:r>
              <a:rPr lang="en-ID" sz="900"/>
              <a:t> by Unknown Author is licensed under </a:t>
            </a:r>
            <a:r>
              <a:rPr lang="en-ID" sz="900">
                <a:hlinkClick r:id="rId12" tooltip="https://creativecommons.org/licenses/by/3.0/"/>
              </a:rPr>
              <a:t>CC BY</a:t>
            </a:r>
            <a:endParaRPr lang="en-ID" sz="900"/>
          </a:p>
        </p:txBody>
      </p:sp>
    </p:spTree>
    <p:extLst>
      <p:ext uri="{BB962C8B-B14F-4D97-AF65-F5344CB8AC3E}">
        <p14:creationId xmlns:p14="http://schemas.microsoft.com/office/powerpoint/2010/main" val="2079482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5E820-F0FB-726B-F37F-4BFE58175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 err="1"/>
              <a:t>Terima</a:t>
            </a:r>
            <a:r>
              <a:rPr lang="en-US" sz="6600" dirty="0"/>
              <a:t> Kasih</a:t>
            </a:r>
            <a:endParaRPr lang="en-ID" sz="6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01F611-EEEA-A212-D645-72722805A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-- baren</a:t>
            </a: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873254-B8F8-FFDA-A9A8-611430623C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43" r="18742"/>
          <a:stretch>
            <a:fillRect/>
          </a:stretch>
        </p:blipFill>
        <p:spPr>
          <a:xfrm>
            <a:off x="4581833" y="0"/>
            <a:ext cx="76101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11296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{62D6A329-10FF-418F-A0F0-0FB139FD6B21}TFb63a7776-4452-49b2-8055-21efce632b726e3c8758_win32-7d1db0309ca7</Template>
  <TotalTime>67</TotalTime>
  <Words>71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Bookman Old Style</vt:lpstr>
      <vt:lpstr>Calibri</vt:lpstr>
      <vt:lpstr>Franklin Gothic Book</vt:lpstr>
      <vt:lpstr>Custom</vt:lpstr>
      <vt:lpstr>Mesin-mesin Listrik</vt:lpstr>
      <vt:lpstr>ALUR</vt:lpstr>
      <vt:lpstr>Perbedaan Simulator, Python/Colab, dan Node.js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x92</dc:creator>
  <cp:lastModifiedBy>Barendra Wisnu Ihsan Kumala</cp:lastModifiedBy>
  <cp:revision>2</cp:revision>
  <dcterms:created xsi:type="dcterms:W3CDTF">2026-08-22T12:26:52Z</dcterms:created>
  <dcterms:modified xsi:type="dcterms:W3CDTF">2026-08-24T16:41:31Z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