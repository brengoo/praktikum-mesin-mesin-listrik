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3" r:id="rId7"/>
    <p:sldId id="304" r:id="rId8"/>
    <p:sldId id="305" r:id="rId9"/>
    <p:sldId id="302" r:id="rId10"/>
    <p:sldId id="306" r:id="rId11"/>
    <p:sldId id="30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tx1"/>
                </a:solidFill>
              </a:rPr>
              <a:t>Mesin-mesin</a:t>
            </a:r>
            <a:r>
              <a:rPr lang="en-US" sz="5400" dirty="0">
                <a:solidFill>
                  <a:schemeClr val="tx1"/>
                </a:solidFill>
              </a:rPr>
              <a:t> Listrik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#2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ALUR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11601"/>
              </p:ext>
            </p:extLst>
          </p:nvPr>
        </p:nvGraphicFramePr>
        <p:xfrm>
          <a:off x="1096963" y="2216879"/>
          <a:ext cx="10058400" cy="340840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Apa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itu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listrik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Komponen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listrik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Latching dan Cara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kerjanya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DOL starter</a:t>
                      </a: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ABFD-8520-0811-9172-6857646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Motor Listrik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D551-B839-1C8A-66AD-E4AFC4F3C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- </a:t>
            </a:r>
            <a:r>
              <a:rPr lang="en-US" sz="2400" dirty="0" err="1"/>
              <a:t>Pengertian</a:t>
            </a:r>
            <a:endParaRPr lang="en-US" sz="2400" dirty="0"/>
          </a:p>
          <a:p>
            <a:r>
              <a:rPr lang="en-US" sz="2400" dirty="0"/>
              <a:t>= Alat yang </a:t>
            </a:r>
            <a:r>
              <a:rPr lang="en-US" sz="2400" dirty="0" err="1"/>
              <a:t>berputar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prinsip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elektromagnetik</a:t>
            </a:r>
            <a:r>
              <a:rPr lang="en-US" sz="2400" dirty="0"/>
              <a:t>,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nya</a:t>
            </a:r>
            <a:r>
              <a:rPr lang="en-US" sz="2400" dirty="0"/>
              <a:t> stator </a:t>
            </a:r>
            <a:r>
              <a:rPr lang="en-US" sz="2400" dirty="0" err="1"/>
              <a:t>yakni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yang diam dan rotor yang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yang </a:t>
            </a:r>
            <a:r>
              <a:rPr lang="en-US" sz="2400" dirty="0" err="1"/>
              <a:t>bergerak</a:t>
            </a:r>
            <a:r>
              <a:rPr lang="en-US" sz="2400" dirty="0"/>
              <a:t>/</a:t>
            </a:r>
            <a:r>
              <a:rPr lang="en-US" sz="2400" dirty="0" err="1"/>
              <a:t>berputar</a:t>
            </a:r>
            <a:endParaRPr lang="en-US" sz="2400" dirty="0"/>
          </a:p>
          <a:p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Penerapannya</a:t>
            </a:r>
            <a:r>
              <a:rPr lang="en-ID" sz="2400" dirty="0"/>
              <a:t> di </a:t>
            </a:r>
            <a:r>
              <a:rPr lang="en-ID" sz="2400" dirty="0" err="1"/>
              <a:t>industri</a:t>
            </a:r>
            <a:r>
              <a:rPr lang="en-ID" sz="2400" dirty="0"/>
              <a:t> </a:t>
            </a:r>
            <a:r>
              <a:rPr lang="en-ID" sz="2400" dirty="0" err="1"/>
              <a:t>yakni</a:t>
            </a:r>
            <a:r>
              <a:rPr lang="en-ID" sz="2400" dirty="0"/>
              <a:t> </a:t>
            </a:r>
            <a:r>
              <a:rPr lang="en-ID" sz="2400" dirty="0" err="1"/>
              <a:t>bisa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konveyor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833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55F1-E6E8-4D31-E16B-461E970F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Motor Listrik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E5E2B-7562-168F-079C-55E47786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- MCB/MCCB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pemutus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gangguan</a:t>
            </a:r>
            <a:r>
              <a:rPr lang="en-US" sz="2000" dirty="0"/>
              <a:t> pada </a:t>
            </a:r>
            <a:r>
              <a:rPr lang="en-US" sz="2000" dirty="0" err="1"/>
              <a:t>kelistrikan</a:t>
            </a:r>
            <a:r>
              <a:rPr lang="en-US" sz="2000" dirty="0"/>
              <a:t>)</a:t>
            </a:r>
          </a:p>
          <a:p>
            <a:r>
              <a:rPr lang="en-US" sz="2000" dirty="0"/>
              <a:t>- Push Button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kendali</a:t>
            </a:r>
            <a:r>
              <a:rPr lang="en-US" sz="2000" dirty="0"/>
              <a:t> on/off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)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Kontaktor</a:t>
            </a:r>
            <a:r>
              <a:rPr lang="en-US" sz="2000" dirty="0"/>
              <a:t>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pengunci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kendali</a:t>
            </a:r>
            <a:r>
              <a:rPr lang="en-US" sz="2000" dirty="0"/>
              <a:t> push button)</a:t>
            </a:r>
          </a:p>
          <a:p>
            <a:r>
              <a:rPr lang="en-US" sz="2000" dirty="0"/>
              <a:t>- Relay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saklar</a:t>
            </a:r>
            <a:r>
              <a:rPr lang="en-US" sz="2000" dirty="0"/>
              <a:t> yang </a:t>
            </a:r>
            <a:r>
              <a:rPr lang="en-US" sz="2000" dirty="0" err="1"/>
              <a:t>dikendalikan</a:t>
            </a:r>
            <a:r>
              <a:rPr lang="en-US" sz="2000" dirty="0"/>
              <a:t> oleh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)</a:t>
            </a:r>
          </a:p>
          <a:p>
            <a:r>
              <a:rPr lang="en-US" sz="2000" dirty="0"/>
              <a:t>- Overload Relay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pelindung</a:t>
            </a:r>
            <a:r>
              <a:rPr lang="en-US" sz="2000" dirty="0"/>
              <a:t> </a:t>
            </a:r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/</a:t>
            </a:r>
            <a:r>
              <a:rPr lang="en-US" sz="2000" dirty="0" err="1"/>
              <a:t>beban</a:t>
            </a:r>
            <a:r>
              <a:rPr lang="en-US" sz="2000" dirty="0"/>
              <a:t> </a:t>
            </a:r>
            <a:r>
              <a:rPr lang="en-US" sz="2000" dirty="0" err="1"/>
              <a:t>terlebih</a:t>
            </a:r>
            <a:r>
              <a:rPr lang="en-US" sz="2000" dirty="0"/>
              <a:t>)</a:t>
            </a:r>
          </a:p>
          <a:p>
            <a:r>
              <a:rPr lang="en-US" sz="2000" dirty="0"/>
              <a:t>- Timer (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pengatur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perpindahan</a:t>
            </a:r>
            <a:r>
              <a:rPr lang="en-US" sz="2000" dirty="0"/>
              <a:t> </a:t>
            </a:r>
            <a:r>
              <a:rPr lang="en-US" sz="2000" dirty="0" err="1"/>
              <a:t>konfigurasi</a:t>
            </a:r>
            <a:r>
              <a:rPr lang="en-US" sz="2000" dirty="0"/>
              <a:t>)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36362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1046-5282-7924-C2E9-8CCC5FB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Latching dan Cara </a:t>
            </a:r>
            <a:r>
              <a:rPr lang="en-US" dirty="0" err="1"/>
              <a:t>Kerjanya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4A001-2A2E-1810-679A-96E8C6D4E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000" y="2708732"/>
            <a:ext cx="5400000" cy="307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11A71-DB0C-C205-5910-3B167FE92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96614"/>
            <a:ext cx="5400000" cy="31870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2F518D-E1B6-F348-41AD-404207827FF3}"/>
              </a:ext>
            </a:extLst>
          </p:cNvPr>
          <p:cNvSpPr txBox="1">
            <a:spLocks/>
          </p:cNvSpPr>
          <p:nvPr/>
        </p:nvSpPr>
        <p:spPr>
          <a:xfrm>
            <a:off x="1097280" y="2051201"/>
            <a:ext cx="10058400" cy="4383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= Latch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pengunci</a:t>
            </a:r>
            <a:r>
              <a:rPr lang="en-US" sz="2000" dirty="0"/>
              <a:t> yang </a:t>
            </a:r>
            <a:r>
              <a:rPr lang="en-US" sz="2000" dirty="0" err="1"/>
              <a:t>membuat</a:t>
            </a:r>
            <a:r>
              <a:rPr lang="en-US" sz="2000" dirty="0"/>
              <a:t> output </a:t>
            </a:r>
            <a:r>
              <a:rPr lang="en-US" sz="2000" dirty="0" err="1"/>
              <a:t>tetap</a:t>
            </a:r>
            <a:r>
              <a:rPr lang="en-US" sz="2000" dirty="0"/>
              <a:t> </a:t>
            </a:r>
            <a:r>
              <a:rPr lang="en-US" sz="2000" dirty="0" err="1"/>
              <a:t>aktif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244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7E2-02D9-CFC3-B34F-0218044F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998720" cy="1450757"/>
          </a:xfrm>
        </p:spPr>
        <p:txBody>
          <a:bodyPr/>
          <a:lstStyle/>
          <a:p>
            <a:r>
              <a:rPr lang="en-US" dirty="0"/>
              <a:t>DOL STARTER</a:t>
            </a:r>
            <a:endParaRPr lang="en-ID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7040370-AB95-5288-CAA2-1E9293986E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37932" y="286603"/>
            <a:ext cx="3856788" cy="5779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2B03EB-462D-E94A-F5B8-5113F92564C8}"/>
              </a:ext>
            </a:extLst>
          </p:cNvPr>
          <p:cNvSpPr txBox="1">
            <a:spLocks/>
          </p:cNvSpPr>
          <p:nvPr/>
        </p:nvSpPr>
        <p:spPr>
          <a:xfrm>
            <a:off x="1097280" y="2051200"/>
            <a:ext cx="5893455" cy="14507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= DOL </a:t>
            </a:r>
            <a:r>
              <a:rPr lang="en-US" sz="2400" dirty="0" err="1"/>
              <a:t>yakni</a:t>
            </a:r>
            <a:r>
              <a:rPr lang="en-US" sz="2400" dirty="0"/>
              <a:t> Direct Online Starter, </a:t>
            </a:r>
            <a:r>
              <a:rPr lang="en-US" sz="2400" dirty="0" err="1"/>
              <a:t>rangkaian</a:t>
            </a:r>
            <a:r>
              <a:rPr lang="en-US" sz="2400" dirty="0"/>
              <a:t> yang </a:t>
            </a:r>
            <a:r>
              <a:rPr lang="en-US" sz="2400" dirty="0" err="1"/>
              <a:t>menghubungkan</a:t>
            </a:r>
            <a:r>
              <a:rPr lang="en-US" sz="2400" dirty="0"/>
              <a:t> motor </a:t>
            </a:r>
            <a:r>
              <a:rPr lang="en-US" sz="2400" dirty="0" err="1"/>
              <a:t>listrik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</a:t>
            </a:r>
            <a:r>
              <a:rPr lang="en-US" sz="2400" dirty="0" err="1"/>
              <a:t>sumber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instan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948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EBE7-04BA-88B0-E6AB-8F51B702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2400" dirty="0"/>
              <a:t>SIMULASI</a:t>
            </a:r>
            <a:endParaRPr lang="en-ID" sz="12400" dirty="0"/>
          </a:p>
        </p:txBody>
      </p:sp>
    </p:spTree>
    <p:extLst>
      <p:ext uri="{BB962C8B-B14F-4D97-AF65-F5344CB8AC3E}">
        <p14:creationId xmlns:p14="http://schemas.microsoft.com/office/powerpoint/2010/main" val="277920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820-F0FB-726B-F37F-4BFE581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Terima</a:t>
            </a:r>
            <a:r>
              <a:rPr lang="en-US" sz="6600" dirty="0"/>
              <a:t> Kasih</a:t>
            </a:r>
            <a:endParaRPr lang="en-ID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F611-EEEA-A212-D645-72722805A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-- baren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73254-B8F8-FFDA-A9A8-61143062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3" r="18742"/>
          <a:stretch>
            <a:fillRect/>
          </a:stretch>
        </p:blipFill>
        <p:spPr>
          <a:xfrm>
            <a:off x="4581833" y="0"/>
            <a:ext cx="761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{62D6A329-10FF-418F-A0F0-0FB139FD6B21}TFb63a7776-4452-49b2-8055-21efce632b726e3c8758_win32-7d1db0309ca7</Template>
  <TotalTime>94</TotalTime>
  <Words>179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Custom</vt:lpstr>
      <vt:lpstr>Mesin-mesin Listrik</vt:lpstr>
      <vt:lpstr>ALUR</vt:lpstr>
      <vt:lpstr>Apa itu Motor Listrik</vt:lpstr>
      <vt:lpstr>Komponen dalam Rangkaian Motor Listrik</vt:lpstr>
      <vt:lpstr>Latching dan Cara Kerjanya</vt:lpstr>
      <vt:lpstr>DOL STARTER</vt:lpstr>
      <vt:lpstr>SIMULASI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x92</dc:creator>
  <cp:lastModifiedBy>Barendra Wisnu Ihsan Kumala</cp:lastModifiedBy>
  <cp:revision>15</cp:revision>
  <dcterms:created xsi:type="dcterms:W3CDTF">2026-08-22T12:26:52Z</dcterms:created>
  <dcterms:modified xsi:type="dcterms:W3CDTF">2026-09-03T10:10:22Z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